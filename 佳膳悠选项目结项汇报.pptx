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佳膳悠选线上售卖项目结项汇报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5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小河马平台  ·  全链路打通  ·  正式上线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595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  |  项目结项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64008" cy="29260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业务运行链路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2468880" cy="146304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56816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9385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终端下单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消费者在小河马平台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线上下单购买佳膳悠选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7832" y="1828800"/>
            <a:ext cx="2468880" cy="146304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4992" y="1956816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67912" y="19385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大仓履约发货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10712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订单由公司大仓统一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发货到消费者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无需门店备货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52744" y="1828800"/>
            <a:ext cx="2468880" cy="146304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1956816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92824" y="19385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门店激励结算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35624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依托现有公司中台能力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门店领取任务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获得售卖激励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90088" y="241401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6CB0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15000" y="241401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6CB0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566160"/>
            <a:ext cx="8046720" cy="13716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947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6项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系统交付完成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434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全部按时上线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46120" y="37947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6方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246120" y="4206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平台对接集成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46120" y="4434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全链路联调通过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37947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5位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943600" y="4206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一线业务代表访谈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4434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北区调研完成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82803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小河马平台项目组  |  2026年7月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关键交付与完成内容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5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6大关键节点全部按时交付，全链路系统正式打通上线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56692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97864"/>
            <a:ext cx="36576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97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133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三方平台收款账号开通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4081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汇付平台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243584"/>
            <a:ext cx="749808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2435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1225296"/>
            <a:ext cx="0" cy="31089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13385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7月2日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737360"/>
            <a:ext cx="8046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837944"/>
            <a:ext cx="36576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1773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用户线上下单履约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048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小河马平台 ↔ 管易云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883664"/>
            <a:ext cx="749808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88366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865376"/>
            <a:ext cx="0" cy="31089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77393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7月6日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377440"/>
            <a:ext cx="8046720" cy="56692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2478024"/>
            <a:ext cx="36576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2414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绩点奖励流程改造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26883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小河马 → 中台 → 达生平台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2523744"/>
            <a:ext cx="749808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25237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2505456"/>
            <a:ext cx="0" cy="31089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241401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7月3日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017520"/>
            <a:ext cx="8046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3118104"/>
            <a:ext cx="36576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88720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财务核销流程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33284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管易云 OMS ↔ 汇付平台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0" y="3163824"/>
            <a:ext cx="749808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0" y="316382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58000" y="3145536"/>
            <a:ext cx="0" cy="31089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05409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7月17日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3657600"/>
            <a:ext cx="8046720" cy="56692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" y="3758184"/>
            <a:ext cx="36576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188720" y="3694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电子发票对接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88720" y="3968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小河马 → 诺诺电子发票平台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43600" y="3803904"/>
            <a:ext cx="749808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0" y="38039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3785616"/>
            <a:ext cx="0" cy="31089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369417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7月10日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" y="4297680"/>
            <a:ext cx="8046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640080" y="4398264"/>
            <a:ext cx="36576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188720" y="4334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全链路业务联调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188720" y="46085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小河马 → 中台 → 达生 → 管易云 → 越海仓 → 汇付平台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43600" y="4443984"/>
            <a:ext cx="749808" cy="2743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0" y="44439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0" y="4425696"/>
            <a:ext cx="0" cy="31089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0880" y="433425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7月17日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8640" y="4526280"/>
            <a:ext cx="8046720" cy="13716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最后联调完成日期：2026年7月17日，项目具备正式上线条件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48640" y="48463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小河马平台项目组  |  2026年7月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一线调研与下一步计划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5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业务代表访谈 &amp; 后续推进事项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840480" cy="356616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61872"/>
            <a:ext cx="50292" cy="2743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435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业务代表沟通访谈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位北区业务代表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已完成一线业务代表深度访谈，收集对线上售卖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流程的反馈与优化建议，为后续业务推广输入。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383280" cy="10973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375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访谈聚焦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6118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线上售卖流程的操作体验反馈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8862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门店激励结算机制的优化建议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消费者下单到收货的履约体验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4023360" cy="3566160"/>
          </a:xfrm>
          <a:prstGeom prst="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243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下一步跟进事项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1783080"/>
            <a:ext cx="3566160" cy="1143000"/>
          </a:xfrm>
          <a:prstGeom prst="rect">
            <a:avLst/>
          </a:prstGeom>
          <a:solidFill>
            <a:srgbClr val="254B6E"/>
          </a:solidFill>
          <a:ln/>
        </p:spPr>
      </p:sp>
      <p:sp>
        <p:nvSpPr>
          <p:cNvPr id="20" name="Shape 18"/>
          <p:cNvSpPr/>
          <p:nvPr/>
        </p:nvSpPr>
        <p:spPr>
          <a:xfrm>
            <a:off x="5102352" y="1911096"/>
            <a:ext cx="146304" cy="146304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1" name="Text 19"/>
          <p:cNvSpPr/>
          <p:nvPr/>
        </p:nvSpPr>
        <p:spPr>
          <a:xfrm>
            <a:off x="5376672" y="18379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费用申请流程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02352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5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责任方：东达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02352" y="2478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状态：待业务反馈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200400"/>
            <a:ext cx="3566160" cy="1143000"/>
          </a:xfrm>
          <a:prstGeom prst="rect">
            <a:avLst/>
          </a:prstGeom>
          <a:solidFill>
            <a:srgbClr val="254B6E"/>
          </a:solidFill>
          <a:ln/>
        </p:spPr>
      </p:sp>
      <p:sp>
        <p:nvSpPr>
          <p:cNvPr id="25" name="Shape 23"/>
          <p:cNvSpPr/>
          <p:nvPr/>
        </p:nvSpPr>
        <p:spPr>
          <a:xfrm>
            <a:off x="5102352" y="3328416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5376672" y="32552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业务推广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02352" y="3621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5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责任方：东达 &amp; Digital &amp; CRM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02352" y="3895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状态：推进中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8463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小河马平台项目组  |  2026年7月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佳膳悠选线上售卖项目结项汇报</dc:title>
  <dc:subject>PptxGenJS Presentation</dc:subject>
  <dc:creator>小河马平台项目组</dc:creator>
  <cp:lastModifiedBy>小河马平台项目组</cp:lastModifiedBy>
  <cp:revision>1</cp:revision>
  <dcterms:created xsi:type="dcterms:W3CDTF">2026-07-26T07:31:32Z</dcterms:created>
  <dcterms:modified xsi:type="dcterms:W3CDTF">2026-07-26T07:31:32Z</dcterms:modified>
</cp:coreProperties>
</file>