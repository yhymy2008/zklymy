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小河马平台 · 项目进展汇报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佳膳悠选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全员销售线上化 </a:t>
            </a:r>
            <a:pPr indent="0" marL="0">
              <a:buNone/>
            </a:pPr>
            <a:r>
              <a:rPr lang="en-US" sz="2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门店-大仓-中台全链路打通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2286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26080"/>
            <a:ext cx="23774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系统任务全部上线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7月2日 — 7月17日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2926080"/>
            <a:ext cx="23774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8-12月销量预估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4069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RSP ¥188 / 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2926080"/>
            <a:ext cx="23774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03504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联调通过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4069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6大系统协同打通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2025年7月  |  小河马平台团队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系统执行链路 &amp; 售价测算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关键交付内容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52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三方收款开通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5270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05840" y="152704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汇付平台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801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114300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48840" y="1143000"/>
            <a:ext cx="54864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1252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线上下单履约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15270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697480" y="152704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小河马 ↔ 管易云OMS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86000" y="1801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114300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0" y="1143000"/>
            <a:ext cx="54864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3977640" y="1252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绩点奖励改造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7640" y="152704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389120" y="1527048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小河马 ↔ 中台 ↔ 达生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77640" y="1801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58568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258568"/>
            <a:ext cx="54864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368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财务核销流程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26426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05840" y="2642616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管易云OMS ↔ 汇付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4360" y="29169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48840" y="2258568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148840" y="2258568"/>
            <a:ext cx="54864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0" y="2368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电子发票对接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0" y="26426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97480" y="2642616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小河马 ↔ 电票平台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286000" y="29169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0" y="2258568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40480" y="2258568"/>
            <a:ext cx="54864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3977640" y="2368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全链路业务联调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77640" y="26426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389120" y="2642616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6大系统协同联调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977640" y="29169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0" y="777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售价测算（8-12月）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143000"/>
          <a:ext cx="3200400" cy="265176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金额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销量预估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25,000 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8-12月累计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RSP零售价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¥188 /罐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官方建议零售价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平台销售价(含税)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¥153 /罐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小河马零售价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NNS(不含税)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¥135.4 /罐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零售价不含税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预估运费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 /罐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大仓直发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汇付手续费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¥0.92 /罐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0.6%费率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单罐激励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 /罐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与微商城一致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5669280" y="3931920"/>
            <a:ext cx="320040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66928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投资费用申请总计：</a:t>
            </a:r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¥250,000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5720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业务运行链路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457200" y="3703320"/>
            <a:ext cx="1508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548640" y="379476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8" name="Text 45"/>
          <p:cNvSpPr/>
          <p:nvPr/>
        </p:nvSpPr>
        <p:spPr>
          <a:xfrm>
            <a:off x="54864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60120" y="3813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终端下单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566928" y="4206240"/>
            <a:ext cx="1289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消费者小河马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线上下单购买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984248" y="40233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2103120" y="3703320"/>
            <a:ext cx="1508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2194560" y="379476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4" name="Text 51"/>
          <p:cNvSpPr/>
          <p:nvPr/>
        </p:nvSpPr>
        <p:spPr>
          <a:xfrm>
            <a:off x="219456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2606040" y="3813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大仓履约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2212848" y="4206240"/>
            <a:ext cx="1289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公司大仓统一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发货至消费者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3630168" y="402336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3749040" y="3703320"/>
            <a:ext cx="1508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3840480" y="379476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0" name="Text 57"/>
          <p:cNvSpPr/>
          <p:nvPr/>
        </p:nvSpPr>
        <p:spPr>
          <a:xfrm>
            <a:off x="384048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4251960" y="3813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门店激励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3858768" y="4206240"/>
            <a:ext cx="1289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中台发放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门店售卖激励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5669280" y="4690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下一步跟进事项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5669280" y="4937760"/>
            <a:ext cx="164592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669280" y="49377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5897880" y="49194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费用申请流程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7315200" y="49194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东达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5669280" y="5138928"/>
            <a:ext cx="164592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669280" y="51389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5897880" y="5120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业务推广方案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7315200" y="5120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东达 &amp; Digital &amp; CRM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平台价值与业务支撑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小河马平台作为公司数字化零售基础设施，为佳膳悠选全员销售战略提供端到端技术支撑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840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2563EB">
              <a:alpha val="8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444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全链路数字化闭环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打通「下单—履约—结算—激励」完整链路，消费者线上下单、大仓直发、门店自动获得激励，实现业务流、物流、资金流三流合一。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417320"/>
            <a:ext cx="457200" cy="457200"/>
          </a:xfrm>
          <a:prstGeom prst="ellipse">
            <a:avLst/>
          </a:prstGeom>
          <a:solidFill>
            <a:srgbClr val="0891B2">
              <a:alpha val="8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23560" y="14447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多系统高效协同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011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小河马平台作为中枢，无缝对接汇付支付、管易云OMS、中台、达生、越海仓、电票平台共6个外部系统，保障业务高效运转。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38404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059669">
              <a:alpha val="8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273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门店零库存轻运营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8404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门店无需备货，通过小河马领取任务即可参与销售并获取激励，大幅降低门店参与门槛，快速实现全员销售覆盖。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01752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017520"/>
            <a:ext cx="38404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0" y="3246120"/>
            <a:ext cx="457200" cy="457200"/>
          </a:xfrm>
          <a:prstGeom prst="ellipse">
            <a:avLst/>
          </a:prstGeom>
          <a:solidFill>
            <a:srgbClr val="D97706">
              <a:alpha val="88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23560" y="3273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数据驱动业务增长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8404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平台沉淀全链条交易数据，支持实时追踪销量、激励发放、履约效率，为后续精准营销和运营优化提供数据基础。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617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平台定位：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小河马平台作为公司数字化零售中枢，将持续支撑佳膳悠选及更多品类的线上化销售与激励闭环，助力公司全员销售战略落地。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佳膳悠选项目进展汇报</dc:title>
  <dc:subject>PptxGenJS Presentation</dc:subject>
  <dc:creator>小河马平台</dc:creator>
  <cp:lastModifiedBy>小河马平台</cp:lastModifiedBy>
  <cp:revision>1</cp:revision>
  <dcterms:created xsi:type="dcterms:W3CDTF">2026-07-26T07:02:33Z</dcterms:created>
  <dcterms:modified xsi:type="dcterms:W3CDTF">2026-07-26T07:02:33Z</dcterms:modified>
</cp:coreProperties>
</file>